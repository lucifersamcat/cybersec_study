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CIBERSEGURIDAD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EN LA REPUBLICA DOMINICANA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703320"/>
            <a:ext cx="5788152" cy="19050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Amenazas   |   Marco Legal   |   Respuesta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Ley No. 53-07  |  DICAT  |  Convenio de Budapest  | 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Ciberseguridad en la Republica Dominicana — cifras y hallazgos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B82F6"/>
                </a:solidFill>
                <a:latin typeface="Calibri"/>
              </a:rPr>
              <a:t>2007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Promulgacion de la
Ley No. 53-07
Marco legal vigente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5661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0876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0B981"/>
                </a:solidFill>
                <a:latin typeface="Calibri"/>
              </a:rPr>
              <a:t>2012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Primer pais del hemisferio
en ratificar el
Convenio de Budapest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417320"/>
            <a:ext cx="3566160" cy="2103120"/>
          </a:xfrm>
          <a:prstGeom prst="rect">
            <a:avLst/>
          </a:prstGeom>
          <a:solidFill>
            <a:srgbClr val="0F172A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08760"/>
            <a:ext cx="356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43F5E"/>
                </a:solidFill>
                <a:latin typeface="Calibr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Anos de reclusion maxima
por terrorismo tecnologico
(Art. 28 — Ley 53-07)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111831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Marco Legal Vigente: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Ley 53-07 tipifica acceso ilicito, fraudes electronicos, robo de identidad y actos de terrorismo tecnologico. Aplica a actores locales y extranjeros con efectos en territorio dominicano.</a:t>
            </a:r>
          </a:p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 </a:t>
            </a:r>
          </a:p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Posicion Internacional: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RD es referente regional con cooperacion activa con el Consejo de Europa, la Union Europea, INTERPOL y la Guardia Civil espanola.</a:t>
            </a:r>
          </a:p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 </a:t>
            </a:r>
          </a:p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Desafio Critico: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subnotificacion de delitos digitales sigue siendo el principal obstaculo para medir y combatir eficazmente el cibercrimen en el pais.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PANORAMA DE AMENAZAS DIGITALES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Vectores de ataque identificados en el entorno dominicano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194560" cy="5074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19456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72768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84831"/>
            <a:ext cx="1993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Correo electronico fraudulento que suplanta identidades para robar credenciales o instalar malware. Vector mas frecuente.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417320"/>
            <a:ext cx="2194560" cy="5074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41732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572768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VISHING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084831"/>
            <a:ext cx="1993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Llamadas de ingenieria social. Atacantes se presentan como soporte tecnico, banco o entidades gubernamentales.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417320"/>
            <a:ext cx="2194560" cy="5074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41732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572768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SMISHING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084831"/>
            <a:ext cx="1993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SMS maliciosos con enlaces fraudulentos o solicitudes urgentes de datos personales y bancarios.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417320"/>
            <a:ext cx="2194560" cy="5074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1417320"/>
            <a:ext cx="21945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1572768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MAN-IN-THE-MIDDLE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084831"/>
            <a:ext cx="1993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Interceptacion de trafico en redes inseguras. El atacante se posiciona entre el usuario y el servidor.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417320"/>
            <a:ext cx="2194560" cy="5074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9800" y="1417320"/>
            <a:ext cx="21945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1572768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MEDIA DROPPING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84831"/>
            <a:ext cx="19933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Dispositivos USB abandonados estrategicamente. Al conectarse, ejecutan codigo malicioso de forma silenciosa.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PILARES DE LA SEGURIDAD DE LA INFORMACION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Marco CIA — Confidentiality, Integrity,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749039" cy="5166360"/>
          </a:xfrm>
          <a:prstGeom prst="rect">
            <a:avLst/>
          </a:prstGeom>
          <a:solidFill>
            <a:srgbClr val="0F172A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B82F6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CONFIDENCIALIDAD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Solo usuarios y sistemas autorizados pueden acceder a la informacion.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22776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Controles de acceso por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2452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Cifrado de datos en reposo y transito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439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Autenticacion multifactor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2803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45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Principio de minimo privilegio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749039" cy="5166360"/>
          </a:xfrm>
          <a:prstGeom prst="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41732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0B981"/>
                </a:solidFill>
                <a:latin typeface="Calibri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INTEGRIDAD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71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La informacion es exacta, completa y no ha sido alterada por actores no autorizados.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22776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Firmas digitales y hashes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22452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Control de versiones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52628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4439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Registros de auditoria inmutables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82803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745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Validacion de integridad de archivos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1371600"/>
            <a:ext cx="3749039" cy="5166360"/>
          </a:xfrm>
          <a:prstGeom prst="rect">
            <a:avLst/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41732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  <a:latin typeface="Calibri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DISPONIBILIDAD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9718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Los sistemas y datos estan accesibles para usuarios autorizados cuando se necesitan.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92277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Redundancia y failover activo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2245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1422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Backups con regla 3-2-1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5262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4439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Mitigacion de DDoS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482803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745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SLA y monitoreo continuo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 DE RIESGO CIBERNETICO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La relacion entre amenazas, vulnerabilidades e impacto potencial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01752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0175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AMENAZA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Agente o evento capaz de explotar una debilidad: hackers, malware, errores humanos, desastres naturales.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4748B"/>
                </a:solidFill>
                <a:latin typeface="Calibri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301752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301752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VULNERABILIDAD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Debilidad en sistemas, procesos o personas: software sin parchear, contrasenas debiles, falta de formacion.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37744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4748B"/>
                </a:solidFill>
                <a:latin typeface="Calibri"/>
              </a:rPr>
              <a:t>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417320"/>
            <a:ext cx="301752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417320"/>
            <a:ext cx="3017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03120"/>
            <a:ext cx="2743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Probabilidad de que una amenaza explote una vulnerabilidad, multiplicada por el impacto potencial en el negocio.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52160"/>
            <a:ext cx="11183112" cy="658368"/>
          </a:xfrm>
          <a:prstGeom prst="rect">
            <a:avLst/>
          </a:prstGeom>
          <a:solidFill>
            <a:srgbClr val="192540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16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0A5FA"/>
                </a:solidFill>
                <a:latin typeface="Calibri"/>
              </a:rPr>
              <a:t>Principio clave:  Sin vulnerabilidad, la amenaza no tiene efecto. Sin amenaza, la vulnerabilidad no genera riesgo. La seguridad efectiva actua sobre ambos vectores de forma simultanea.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LEY No. 53-07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Crimenes y Delitos de Alta Tecnologia  --  Promulgada el 23 de abril de 2007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Primera ley dominicana que tipifica y sanciona los delitos informaticos. Protege la confidencialidad, integridad y disponibilidad de los sistemas de informacion del pais.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5669280" cy="1508760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Origen en territorio dominicano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La accion delictiva se origina dentro del pais, independientemente del destino o la victima.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669280" cy="1508760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Origen externo, efectos locales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8716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La accion proviene del extranjero pero produce efectos en la Republica Dominicana.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39"/>
            <a:ext cx="5669280" cy="1508760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Medios locales, efectos externos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24527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 utilizan medios ubicados en RD para cometer delitos con efectos en el exterior.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669280" cy="1508760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8404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Complicidad desde el pais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24527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Existe participacion o complicidad de actores ubicados en territorio dominicano.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13248"/>
            <a:ext cx="11183112" cy="594360"/>
          </a:xfrm>
          <a:prstGeom prst="rect">
            <a:avLst/>
          </a:prstGeom>
          <a:solidFill>
            <a:srgbClr val="192540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47725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Pena maxima:  30 anos de reclusion por actos de terrorismo mediante sistemas tecnologicos (Art. 28)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CLASIFICACION DE DELITOS DIGITALES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Tipificacion bajo la Ley No. 53-07 -- articulado y sanciones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48872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DELITO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ARTICULO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417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SANCION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64792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92938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Acceso ilicito a sistemas informaticos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2880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2880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3 meses -- 1 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85416"/>
            <a:ext cx="11548872" cy="420624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35000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94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Interceptacion de datos o senales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24942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249424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1 -- 3 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06040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77063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7004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Clonacion de dispositivos de acceso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67004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7004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1 -- 10 anos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26664"/>
            <a:ext cx="11548872" cy="420624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19125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906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Dano o alteracion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0906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09067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3 meses -- 1 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47288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611880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1129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Sabotaje informatico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5112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51129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alibri"/>
              </a:rPr>
              <a:t>3 meses -- 2 anos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11548872" cy="420624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4032504"/>
            <a:ext cx="9144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Estafa electronica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93192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93192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3F5E"/>
                </a:solidFill>
                <a:latin typeface="Calibri"/>
              </a:rPr>
              <a:t>3 meses -- 7 anos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88536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4453128"/>
            <a:ext cx="9144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3525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Robo de identidad digital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35254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352544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3F5E"/>
                </a:solidFill>
                <a:latin typeface="Calibri"/>
              </a:rPr>
              <a:t>3 meses -- 7 anos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709160"/>
            <a:ext cx="11548872" cy="420624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4873752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7316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Chantaje digital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7731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77316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1 -- 5 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129784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4048" y="5294376"/>
            <a:ext cx="9144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19379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Fraude en telecomunicaciones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51937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519379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3 meses -- 10 anos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550408"/>
            <a:ext cx="11548872" cy="420624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84048" y="5715000"/>
            <a:ext cx="9144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61441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Espionaje / amenaza a seguridad nacional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7840" y="561441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61441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3F5E"/>
                </a:solidFill>
                <a:latin typeface="Calibri"/>
              </a:rPr>
              <a:t>15 -- 30 anos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971032"/>
            <a:ext cx="11548872" cy="4206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048" y="6135624"/>
            <a:ext cx="9144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0350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Terrorismo mediante sistemas tecnologicos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60350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Art. 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60350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3F5E"/>
                </a:solidFill>
                <a:latin typeface="Calibri"/>
              </a:rPr>
              <a:t>20 -- 30 anos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ARQUITECTURA INSTITUCIONAL DE RESPUESTA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Organismos especializados creados y designados por la Ley 53-07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69280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82F6"/>
                </a:solidFill>
                <a:latin typeface="Calibri"/>
              </a:rPr>
              <a:t>DICAT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Depto. de Investigacion de Crimenes y Delitos de Alta Tecnologia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Policia Nacional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Investiga denuncias ciudadanas y da soporte judicial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9923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Analisis forense digital y preservacion de evidencia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82696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Inteligencia sobre amenazas ciberneticas emergentes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Coordinacion nacional e internacional de casos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371600"/>
            <a:ext cx="5669280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B6D4"/>
                </a:solidFill>
                <a:latin typeface="Calibri"/>
              </a:rPr>
              <a:t>DIDI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965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Division de Investigacion de Delitos Informaticos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3042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Direccion Nacional de Inteligencia (DNI)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45936" y="271576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633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Casos contra la nacion y el Estado dominicano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299923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Espionaje digital y seguridad nacional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328269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3200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Inteligencia cibernetica estrategica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356616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4838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Operaciones encubiertas y contrainteligencia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5669280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7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CICDAT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199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Comision Interinstitucional contra Crimenes y Delitos de Alta Tecnologia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1032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Presidida por el Procurador General de la Republica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21807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3951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Coordinacion entre todas las entidades del Estado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05271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5229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Definicion de politica nacional de ciberseguridad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88735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8064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Estadisticas, reportes y rendicion de cuentas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172199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0899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Desarrollo de capacidades institucionales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8776" y="3977639"/>
            <a:ext cx="5669280" cy="24231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06907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PEDATEC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57199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Procuraduria Especializada en Delitos de Alta Tecnologia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91032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Procuraduria General de la Republica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5321807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3096" y="523951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Judicializacion y acusacion publica de casos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45936" y="5605271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552297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Asesoria legal gratuita en delitos digitales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5888735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58064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Vinculacion operativa con DICAT y DIDI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45936" y="6172199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60899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Representacion del Estado en procesos penales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POSICIONAMIENTO INTERNACIONAL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La Republica Dominicana como referente regional en ciberseguridad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1183112" cy="749808"/>
          </a:xfrm>
          <a:prstGeom prst="rect">
            <a:avLst/>
          </a:prstGeom>
          <a:solidFill>
            <a:srgbClr val="1925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Primer pais del hemisferio occidental en adherirse al Convenio de Budapest  (2012)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18688"/>
            <a:ext cx="11183112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2003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136392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Primera investigacion
oficial por delito
informatico en 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957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2007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136392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34290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Promulgacion Ley 53-07
Creacion formal
del DICAT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957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2008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3136392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4290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Primera cooperacion
internacional con la
Guardia Civil de Espana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3957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2012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3136392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4290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Ratificacion del
Convenio de Budapest
primer pais hemisferio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3957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2016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3136392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34290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Proyecto Republica Digital
Participacion en
GLACY+ (CE / UE)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183112" cy="14813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663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RED DE COOPERACION ACTIVA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961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Consejo de Europa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Marco del Convenio de Budapest y programa GLACY+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5961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Union Europea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8978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Financiamiento y asistencia tecnica en cibercapacidad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5961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INTERPOL / Guardia Civil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8978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Cooperacion operativa e intercambio de inteligencia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5961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ITLA / Univ. APEC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89788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Formacion tecnica y produccion academica especializada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CASO DE ESTUDIO: FRAUDE ELECTRONICO  --  PHISHING BANCARIO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Analisis de incidente bajo la Ley 53-07 -- Marco legal aplicable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6858000" cy="5230368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ESCENARIO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Pedro recibe un correo aparentemente enviado por su banco,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7127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solicitando verificar sus datos por 'actividad inusual en su cuenta'.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Hace clic en el enlace e ingresa sus credenciales en una pagina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5234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identica al banco pero alojada en un dominio falso.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Horas despues, su cuenta es vaciada mediante transferencias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5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 autorizadas desde multiples ubicaciones geograficas.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VECTOR DE ATAQUE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94175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30167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Correo fraudulento (Phishing)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788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Sitio web clonado con dominio similar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788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148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Ingenieria social por urgencia fabricada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IMPACTO EN LA VICTIMA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223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Perdida economica total  |  Robo de identidad digital  |  Dano al historial crediticio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371600"/>
            <a:ext cx="4663440" cy="5230368"/>
          </a:xfrm>
          <a:prstGeom prst="rect">
            <a:avLst/>
          </a:prstGeom>
          <a:solidFill>
            <a:srgbClr val="19254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481328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APLICACION LEGAL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1920240"/>
            <a:ext cx="4206240" cy="1024128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9933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Art.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993392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Obtencion ilicita de fondos
Hasta 10 anos de prision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3035808"/>
            <a:ext cx="4206240" cy="1024128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1089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Art.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10896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Estafa electronica
3 meses a 7 anos de prision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4151376"/>
            <a:ext cx="4206240" cy="1024128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4224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Art.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224528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Uso de dispositivos fraudulentos
1 a 3 anos de prision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5266944"/>
            <a:ext cx="4206240" cy="1024128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34009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Art. 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340096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Robo de identidad digital
3 meses a 7 anos de prision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CASO REAL: HACKEO A UBER (2022)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Ingenieria social avanzada -- Aplicacion de la Ley 53-07 al contexto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3749039" cy="804672"/>
          </a:xfrm>
          <a:prstGeom prst="rect">
            <a:avLst/>
          </a:prstGeom>
          <a:solidFill>
            <a:srgbClr val="192540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ACTOR MALICIOSO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Joven de 18 anos sin herramientas avanzadas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89888"/>
            <a:ext cx="3749039" cy="804672"/>
          </a:xfrm>
          <a:prstGeom prst="rect">
            <a:avLst/>
          </a:prstGeom>
          <a:solidFill>
            <a:srgbClr val="192540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447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METODO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Ingenieria social + MFA Fatigue Attack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389888"/>
            <a:ext cx="3749039" cy="804672"/>
          </a:xfrm>
          <a:prstGeom prst="rect">
            <a:avLst/>
          </a:prstGeom>
          <a:solidFill>
            <a:srgbClr val="192540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447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IMPACTO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Acceso total a sistemas internos de Uber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CADENA DE ATAQUE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07208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07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88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Compra de credenciales corporativas en mercados del dark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54680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36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Bombardeo de notificaciones MFA hasta lograr fatiga del empleado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02152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02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838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Suplantacion en WhatsApp como soporte IT interno de la empresa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49624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96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313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Acceso a VPN corporativa con credenciales validas comprometidas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97096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1970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1788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Escalada de privilegios mediante script de PowerShell encontrado en red interna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44568"/>
            <a:ext cx="36576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445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C18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26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Exfiltracion de datos y comunicacion publica del incidente en Slack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286000"/>
            <a:ext cx="5212080" cy="43159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3774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TIPIFICACION -- LEY 53-07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83464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Art.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8346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Acceso ilicito -- ingreso no autorizado a VPN y servidores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9184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Art.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2918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Interceptacion de datos -- exfiltracion de informacion interna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74904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Art. 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7490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Robo de identidad -- suplantacion de soporte IT ante empleados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0624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Art.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2062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Sabotaje informatico -- comprometer sistemas criticos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66344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Art.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6634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Chantaje digital -- amenaza de divulgacion publica de datos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5440680"/>
            <a:ext cx="4846320" cy="1005840"/>
          </a:xfrm>
          <a:prstGeom prst="rect">
            <a:avLst/>
          </a:prstGeom>
          <a:solidFill>
            <a:srgbClr val="192540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60" y="5486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A5FA"/>
                </a:solidFill>
                <a:latin typeface="Calibri"/>
              </a:rPr>
              <a:t>Leccion principal:  La ingenieria social supera la mayoria de los controles tecnicos. El factor humano es el vector de entrada mas explotado a nivel global.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AMENAZA EMERGENTE: FRAUDE CON DEEPFAKE DE VOZ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Inteligencia artificial como herramienta de ataque -- Nuevo vector de vishing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11548872" cy="438912"/>
          </a:xfrm>
          <a:prstGeom prst="rect">
            <a:avLst/>
          </a:prstGeom>
          <a:solidFill>
            <a:srgbClr val="192540"/>
          </a:solidFill>
          <a:ln w="95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NIVEL DE AMENAZA: CRITICO  --  Tecnologia accesible, alta tasa de exito, deteccion extremadamente dificil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6858000" cy="3703320"/>
          </a:xfrm>
          <a:prstGeom prst="rect">
            <a:avLst/>
          </a:prstGeom>
          <a:solidFill>
            <a:srgbClr val="0F172A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ESCENARIO SIMULADO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Sofia, contadora de una empresa mediana, recibe una llamada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 la voz exacta de su director financiero, generada por 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La 'voz' ordena realizar una transferencia urgente y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1129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 RD$500,000 a una cuenta 'temporal' de un proveedor nuevo,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673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antes del cierre de jornada. La llamada suena completamente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793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Sofia ejecuta la transferencia. La cuenta pertenecia a los atacantes.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3542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El director financiero real jamas realizo la llamada.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965960"/>
            <a:ext cx="4663440" cy="370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07568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3F5E"/>
                </a:solidFill>
                <a:latin typeface="Calibri"/>
              </a:rPr>
              <a:t>COMO FUNCIONA EL ATAQUE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8716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1. Recopilacion de audio (redes sociales, videos, entrevistas)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7121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2. Entrenamiento del modelo con &lt; 30 segundos de voz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55264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3. Sintesis de voz en tiempo real o grabacion previa del guion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63931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4. Llamada al objetivo en momento de alta presion laboral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9959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SENALES DE ALERTA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44805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4407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Urgencia extrema e inusual en la solicitud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478231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Confidencialidad total requerida por el llamante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50840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5010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Metodo de pago inusual o cuenta nueva de destino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538581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5312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es posible verificar por otro canal independiente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824728"/>
            <a:ext cx="11548872" cy="685800"/>
          </a:xfrm>
          <a:prstGeom prst="rect">
            <a:avLst/>
          </a:prstGeom>
          <a:solidFill>
            <a:srgbClr val="192540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92531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  <a:latin typeface="Calibri"/>
              </a:rPr>
              <a:t>Marco Legal:  Art. 15 (Estafa electronica)  |  Art. 14 (Fraude financiero)  |  Art. 17 (Suplantacion de identidad)  |  Art. 19 (Privacidad)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INDICADORES DE COMPROMISO Y DETECCION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Senales de alerta para ciudadanos y organizaciones ante ataques digitales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CORREO ELECTRONICO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75688"/>
            <a:ext cx="73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Remitente con dominio similar pero incorrecto (paypa1.com)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73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Urgencia fabricada: 'Su cuenta sera cerrada en 24 horas'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73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Solicitud de credenciales o datos bancarios por 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82696"/>
            <a:ext cx="73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Hipervinculos que no coinciden con el dominio oficial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85032"/>
            <a:ext cx="731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Errores gramaticales o traduccion automatica deficiente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389888"/>
            <a:ext cx="3749039" cy="51663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SITIOS WEB / ENLACES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56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URL sin HTTPS o con certificado de seguridad no verificado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47802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395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Dominio ligeramente modificado del sitio original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88036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7980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Diseno identico al oficial pero con pequenas diferencias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28269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200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Formularios que solicitan datos excesivos o innecesarios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68503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6027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Sin pagina 'Sobre nosotros', politica de privacidad o contacto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1389888"/>
            <a:ext cx="3749039" cy="5166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1389888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554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LLAMADAS Y MENSAJES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07568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Llamada no solicitada pidiendo datos para 'verificacion'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478024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2395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SMS con enlace acortado sobre premios, alertas o deudas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880360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7980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Presion para actuar de inmediato sin consultar a nadie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282696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3200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Solicitud de acceso remoto al dispositivo personal o corporativo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685032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60273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Voz, redaccion o numero que no coincide con el emisor esperado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83680"/>
            <a:ext cx="11183112" cy="19050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601968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A5FA"/>
                </a:solidFill>
                <a:latin typeface="Calibri"/>
              </a:rPr>
              <a:t>Regla de oro:  En caso de duda -- NO hacer clic, NO responder, NO transferir. Verificar siempre por un canal independiente.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PROTOCOLO DE DENUNCIA Y RESPUESTA A INCIDENTES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Pasos ante un incidente de ciberseguridad en la Republica Dominicana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2834640" cy="5193792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2834640" cy="9875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PRESERVAR 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4368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borrar mensajes, correos ni registros. Tomar capturas de pantalla con fecha y hora visible. No formatear dispositivos comprometidos.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89888"/>
            <a:ext cx="2834640" cy="5193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89888"/>
            <a:ext cx="2834640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356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871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DOCUMENTAR EL INCIDENTE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44368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Registrar: fecha, hora, descripcion detallada del evento, datos del posible atacante, dano economico o personal estimado.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389888"/>
            <a:ext cx="2834640" cy="5193792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389888"/>
            <a:ext cx="2834640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356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871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DENUNCIAR ANTE EL DICAT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44368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Portal digital de la Policia Nacional (denuncias virtuales o anonimas), presencialmente ante el DICAT o en cualquier fiscalia del pais.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389888"/>
            <a:ext cx="2834640" cy="5193792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389888"/>
            <a:ext cx="2834640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435608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4871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SOPORTE Y SEGUIMIENTO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44368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Sistema 311 para quejas administrativas. Contactar PEDATEC para orientacion legal especializada y gratuita durante todo el proceso.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183112" cy="256032"/>
          </a:xfrm>
          <a:prstGeom prst="rect">
            <a:avLst/>
          </a:prstGeom>
          <a:solidFill>
            <a:srgbClr val="1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83680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DICAT -- Policia Nacional  |  PEDATEC -- Procuraduria General  |  311 -- Quejas Administrativas  |  denuncias.policia.gob.do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RECOMENDACIONES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118311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Mejores practicas para individuos y organizaciones en el entorno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5577840" cy="5230368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CIUDADANO 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Contrasenas robustas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219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Minimo 12 caracteres combinando letras, numeros y simbolos. Una contrasena unica por cuenta.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34056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426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Autenticacion multifactor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Activar MFA en todas las cuentas criticas: correo, banca en linea y redes sociales.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1071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1927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Verificar antes de actuar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75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Antes de hacer clic en un enlace, verificar el remitente real y el dominio completo de la URL.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87368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959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Actualizaciones al 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519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Mantener el sistema operativo, navegador, antivirus y aplicaciones siempre actualizados.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64024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67258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Evitar Wi-Fi publico sin VPN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2861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Nunca realizar transacciones bancarias o acceder a cuentas en redes abiertas sin VPN activa.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40680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34924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Reportar siempre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052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 delito no reportado no puede investigarse ni sancionarse. Denunciar ante el DICAT.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1389888"/>
            <a:ext cx="5760720" cy="5230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4904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ORGANIZACIONES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205740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Politica de seguridad documentada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2219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Definir, comunicar y hacer cumplir la politica de seguridad de la informacion en toda la organizacion.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2734056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64261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Formacion continua del personal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8986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Simulacros de phishing, capacitaciones trimestrales y evaluaciones de ingenieria social.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341071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31927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Control de acceso granular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7530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Principio de minimo privilegio. Revocar accesos de inmediato al desvincularse cualquier colaborador.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40873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99592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Backups y plan de recuperacion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2519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Regla 3-2-1: 3 copias, 2 medios distintos, 1 fuera de sitio. Probar la restauracion periodicamente.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476402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6725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Gestion de vulnerabilidades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92861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Escaneos periodicos y parcheo en menos de 30 dias para vulnerabilidades criticas identificadas.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544068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34924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Plan de respuesta a incidentes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60527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Procedimiento documentado, roles claramente definidos y simulacros anuales. Reportar al DICAT.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La ciberseguridad no es un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B82F6"/>
                </a:solidFill>
                <a:latin typeface="Calibri"/>
              </a:rPr>
              <a:t>Es un proceso continuo.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127248"/>
            <a:ext cx="5788152" cy="19050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360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PUNTOS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2219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7307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El riesgo cibernetico es gestionable: reducir vulnerabilidades reduce el impacto de cualquier amenaza.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18795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096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Ley 53-07 provee un marco solido -- la subnotificacion ciudadana es el principal obstaculo a superar.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5371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44622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ingenieria social supera la mayoria de controles tecnicos -- la formacion humana es el escudo critico.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1947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48280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La RD es referente regional: Convenio de Budapest, DICAT, PEDATEC y cooperacion internacional activa.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28523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5193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El ciudadano digital tiene responsabilidad activa: reportar, prevenir y educarse es parte de la solucion.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92240"/>
            <a:ext cx="10360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Ley No. 53-07  |  DICAT  |  Convenio de Budapest  |  GLACY+  | 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